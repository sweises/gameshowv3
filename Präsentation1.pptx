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3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F09C-CE26-4524-A1C1-7FEFFECB973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01B5-EC67-45B9-991F-DD2BFA99C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8344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F09C-CE26-4524-A1C1-7FEFFECB973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01B5-EC67-45B9-991F-DD2BFA99C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691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F09C-CE26-4524-A1C1-7FEFFECB973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01B5-EC67-45B9-991F-DD2BFA99C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1503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F09C-CE26-4524-A1C1-7FEFFECB973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01B5-EC67-45B9-991F-DD2BFA99C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112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F09C-CE26-4524-A1C1-7FEFFECB973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01B5-EC67-45B9-991F-DD2BFA99C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945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F09C-CE26-4524-A1C1-7FEFFECB973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01B5-EC67-45B9-991F-DD2BFA99C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88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F09C-CE26-4524-A1C1-7FEFFECB973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01B5-EC67-45B9-991F-DD2BFA99C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96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F09C-CE26-4524-A1C1-7FEFFECB973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01B5-EC67-45B9-991F-DD2BFA99C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435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F09C-CE26-4524-A1C1-7FEFFECB973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01B5-EC67-45B9-991F-DD2BFA99C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91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F09C-CE26-4524-A1C1-7FEFFECB973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01B5-EC67-45B9-991F-DD2BFA99C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744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F09C-CE26-4524-A1C1-7FEFFECB973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001B5-EC67-45B9-991F-DD2BFA99C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992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EF09C-CE26-4524-A1C1-7FEFFECB973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001B5-EC67-45B9-991F-DD2BFA99C35B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A28AD6C-0742-185F-8566-9E1A3F5526A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3132535" y="91723"/>
            <a:ext cx="609005" cy="86627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563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öffentlich | public -</a:t>
            </a:r>
          </a:p>
        </p:txBody>
      </p:sp>
    </p:spTree>
    <p:extLst>
      <p:ext uri="{BB962C8B-B14F-4D97-AF65-F5344CB8AC3E}">
        <p14:creationId xmlns:p14="http://schemas.microsoft.com/office/powerpoint/2010/main" val="327072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4D6DD31-6F12-E822-7080-761F63A1C0D2}"/>
              </a:ext>
            </a:extLst>
          </p:cNvPr>
          <p:cNvSpPr/>
          <p:nvPr/>
        </p:nvSpPr>
        <p:spPr>
          <a:xfrm>
            <a:off x="0" y="4953000"/>
            <a:ext cx="6858000" cy="4953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400" dirty="0">
                <a:solidFill>
                  <a:schemeClr val="bg1"/>
                </a:solidFill>
              </a:rPr>
              <a:t>Spieleabend-Quiz</a:t>
            </a:r>
          </a:p>
          <a:p>
            <a:pPr algn="ctr"/>
            <a:r>
              <a:rPr lang="de-DE" sz="3200" dirty="0">
                <a:solidFill>
                  <a:schemeClr val="bg1"/>
                </a:solidFill>
              </a:rPr>
              <a:t>15.11.2025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DD1C430-82DC-6115-D9E9-536EAF50FD49}"/>
              </a:ext>
            </a:extLst>
          </p:cNvPr>
          <p:cNvSpPr txBox="1"/>
          <p:nvPr/>
        </p:nvSpPr>
        <p:spPr>
          <a:xfrm>
            <a:off x="0" y="0"/>
            <a:ext cx="685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Kategorie 1:</a:t>
            </a:r>
          </a:p>
          <a:p>
            <a:r>
              <a:rPr lang="de-DE" dirty="0"/>
              <a:t>Regeln:</a:t>
            </a:r>
          </a:p>
          <a:p>
            <a:r>
              <a:rPr lang="de-DE" dirty="0"/>
              <a:t>Frage 1</a:t>
            </a:r>
          </a:p>
          <a:p>
            <a:r>
              <a:rPr lang="de-DE" dirty="0"/>
              <a:t>Antwort 1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1093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15686df-4007-473a-a67c-4047ee2e0da2}" enabled="1" method="Privileged" siteId="{97acb4ab-68fe-43be-8504-c610dd01f172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</Words>
  <Application>Microsoft Office PowerPoint</Application>
  <PresentationFormat>A4-Papier (210 x 297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Weise, Steffen</dc:creator>
  <cp:lastModifiedBy>Weise, Steffen</cp:lastModifiedBy>
  <cp:revision>2</cp:revision>
  <dcterms:created xsi:type="dcterms:W3CDTF">2025-09-17T08:34:30Z</dcterms:created>
  <dcterms:modified xsi:type="dcterms:W3CDTF">2025-11-03T15:23:45Z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Office:8</vt:lpwstr>
  </property>
  <property fmtid="{D5CDD505-2E9C-101B-9397-08002B2CF9AE}" pid="3" name="ClassificationContentMarkingHeaderText">
    <vt:lpwstr>- öffentlich | public -</vt:lpwstr>
  </property>
</Properties>
</file>